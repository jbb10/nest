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Q4 2025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Key Metrics</a:t>
            </a:r>
          </a:p>
          <a:p>
            <a:pPr>
              <a:defRPr sz="2400"/>
            </a:pPr>
            <a:r>
              <a:t>• Revenue: $12.5M</a:t>
            </a:r>
          </a:p>
          <a:p>
            <a:pPr>
              <a:defRPr sz="2400"/>
            </a:pPr>
            <a:r>
              <a:t>• Growth: 15%</a:t>
            </a:r>
          </a:p>
          <a:p>
            <a:pPr>
              <a:defRPr sz="2400"/>
            </a:pPr>
            <a:r>
              <a:t>• Customers: 2,500+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Thank You</a:t>
            </a:r>
          </a:p>
          <a:p>
            <a:pPr>
              <a:defRPr sz="2000"/>
            </a:pPr>
            <a:r>
              <a:t>Questions? Contact team@example.com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